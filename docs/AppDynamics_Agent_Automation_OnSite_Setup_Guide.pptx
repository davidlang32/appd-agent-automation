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guide assuming an air-gapped site. Collections are bundled in advance so the control node needs no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prerequisites. The Windows-target libraries are only needed if you manage Windows hosts.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roles: an internet host bundles collections, a Windows box packages, the Linux node runs it. The package is sanitized.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on a connected host bundles collections. Step 2 on Windows builds the zip, LF-normalizing scripts and bundling collections.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unzip + one bootstrap command. Bootstrap handles permissions, line endings, offline collections, and prereq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configuration steps: client config, vault, inventory. Everything client-specific stays in these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Preview, apply, validate. Every run writes a timestamped artifacts folder with the report and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common issues and fixes - most relate to the Windows-to-Linux transfer and are handled by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937760"/>
            <a:ext cx="2651760" cy="265176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4484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SETUP GUIDE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the framework on-site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on Windows, transfer, and run on an air-gapped Linux control node - the extraction location becomes the project root.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/ air-gapped  ·  no internet required on the control node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093976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008" y="227941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756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5328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(or WSL) with Ansible &gt;= 2.14 and Python 3. This runs the playbooks.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7688" y="2093976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128" y="227941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756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targets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89520" y="25328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pywinrm / pypsrp on the control node + a WinRM (or OpenSSH) listener on each Windows host.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15568" y="4288536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08" y="447397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270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57400" y="47274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to Linux hosts; controller reachable on its port (8090 / 8443). Check firewalls.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7688" y="4288536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128" y="447397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70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89520" y="47274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access key and (optional) SMTP password, ready to store in Ansible Vault.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machines, one package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69748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29352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host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4206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the Ansible collections for offline install.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88536" y="3200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75488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69748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29352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packager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4206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sanitized, LF-normalized ZIP.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174736" y="32004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64108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875520" y="269748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29352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239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control node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869680" y="4206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Unzip, bootstrap, configure, run.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proprietary travels in the package - no secrets, no client config, no run artifacts.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1-2: bundle &amp; package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3840480"/>
          </a:xfrm>
          <a:prstGeom prst="roundRect">
            <a:avLst>
              <a:gd name="adj" fmla="val 21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0939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collections (internet host)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4572000" cy="2194560"/>
          </a:xfrm>
          <a:prstGeom prst="roundRect">
            <a:avLst>
              <a:gd name="adj" fmla="val 250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53312" y="3044952"/>
            <a:ext cx="4114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collections for offline use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packaging/\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download_collections.sh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writes tarballs into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packaging/offline-collections/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120640" cy="3840480"/>
          </a:xfrm>
          <a:prstGeom prst="roundRect">
            <a:avLst>
              <a:gd name="adj" fmla="val 214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0939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on Windows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37960" y="2880360"/>
            <a:ext cx="4572000" cy="2194560"/>
          </a:xfrm>
          <a:prstGeom prst="roundRect">
            <a:avLst>
              <a:gd name="adj" fmla="val 250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93992" y="3044952"/>
            <a:ext cx="4114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sanitized zip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.\packaging\\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Package-Framework.ps1 \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-Version 1.0.0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 (with .sha256)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dist\appd-agent-..-1.0.0.zip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CONTROL NODE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unzip &amp; bootstrap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the ZIP, then unzip anywhere -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folder becomes the project root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paths are relative).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61320" cy="1874520"/>
          </a:xfrm>
          <a:prstGeom prst="roundRect">
            <a:avLst>
              <a:gd name="adj" fmla="val 2927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21992"/>
            <a:ext cx="101041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appd-agent-automation-1.0.0.zip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appd-agent-automation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packaging/bootstrap.sh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bootstrap.sh does the on-site prep automatically: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line endings (CRLF -&gt; LF)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executable bits lost in the Windows zip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+ secures artifacts/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the bundled collections offline</a:t>
            </a:r>
            <a:endParaRPr lang="en-US" sz="1300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Ansible / Python / WinRM prerequisites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configure for this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61320" cy="2834640"/>
          </a:xfrm>
          <a:prstGeom prst="roundRect">
            <a:avLst>
              <a:gd name="adj" fmla="val 1935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1993392"/>
            <a:ext cx="101041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your client config from the template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client_config/example.client.yml client_config/active.yml   # then edit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+ encrypt the secrets file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inventory/group_vars/vault.yml.example inventory/group_vars/vault.yml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encrypt inventory/group_vars/vault.yml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add your servers (OS group + agent-type group)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 inventory/hosts.yml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active.yml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controller host/port/account, email, and reporting; put the access key in vault.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first run &amp; verify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preview before you apply.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61320" cy="2286000"/>
          </a:xfrm>
          <a:prstGeom prst="roundRect">
            <a:avLst>
              <a:gd name="adj" fmla="val 240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084832"/>
            <a:ext cx="101041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preview - no changes, shows diffs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 --check --diff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playbooks/configure.yml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health-check the services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playbooks/validate.yml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land in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artifacts/&lt;timestamp&gt;/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report.html, run_metadata.json, host-*.json, ansible.log.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report.html to confirm what changed on each server.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2A36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SOMETHING'S 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gotchas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fail on Linux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92040" y="178308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CRLF line endings - re-run packaging/bootstrap.sh (it re-normalizes).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55164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551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denied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245516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bits dropped by the Windows zip - bootstrap restores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2724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hosts unreachable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31272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pywinrm/pypsrp on the control node; configure the WinRM listener.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99332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993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not found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379933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install: ansible-galaxy install -r requirements.yml -p collections.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471416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47141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not loaded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447141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your client file or create client_config/active.yml.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143500"/>
            <a:ext cx="3840480" cy="603504"/>
          </a:xfrm>
          <a:prstGeom prst="roundRect">
            <a:avLst>
              <a:gd name="adj" fmla="val 7576"/>
            </a:avLst>
          </a:prstGeom>
          <a:solidFill>
            <a:srgbClr val="2A367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435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unreachable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514350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host/port (8090/8443), SSL flag, and firewall.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On-Site Setup Guide</dc:title>
  <dc:subject>PptxGenJS Presentation</dc:subject>
  <dc:creator>Nakupuna</dc:creator>
  <cp:lastModifiedBy>Nakupuna</cp:lastModifiedBy>
  <cp:revision>1</cp:revision>
  <dcterms:created xsi:type="dcterms:W3CDTF">2026-06-30T02:32:06Z</dcterms:created>
  <dcterms:modified xsi:type="dcterms:W3CDTF">2026-06-30T02:32:06Z</dcterms:modified>
</cp:coreProperties>
</file>