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overview. One workflow configures and maintains all four agent types across both Linux and Windows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 points the automation removes: drift, mixed-OS effort, no audit trail, and scattered client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edits one config file and runs one command against a flat server list; the tool detects each OS and applies the right settings per agent type, then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accountability: full run log, readable report per run, configurable email alerts (ready but off until SMTP credentials are added).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Portability closes the story: all proprietary settings sit in one external, gitignored file, so the project can move to a new contract without exposing any prior client's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029200"/>
            <a:ext cx="2560320" cy="256032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AppDynamics Agent Automation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Configure, maintain, and audit monitoring agents across the entire server fleet - from one place.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503944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4956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489204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361" y="50394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4956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394960" y="489204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361" y="50394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3328" y="4956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680960" y="489204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361" y="503944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9328" y="4956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 +  Windows  -  one workflow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Maintaining agents by hand doesn't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9424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440" y="243486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drift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2651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tuned server-by-server slowly diverge, and no one is sure what is actually deployed.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249424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560" y="243486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environments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651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and Windows are handled differently, doubling the effort and the chance of mistakes.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411480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4443984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40" y="462942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03120" y="48463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changes it is hard to prove what changed, when, and who ran it.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55080" y="411480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443984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560" y="462942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exposure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8463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details and access keys end up scattered across one-off scripts.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it once. Run one command.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settings once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controller and agent settings live in a single, readable config file.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47288" y="30175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30752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50792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050792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05072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command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05072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list of servers - no need to sort them by OS first.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38544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58584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58584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12864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each 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12864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server's OS is detected and every agent type is set correctly.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62872" y="30175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546336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66376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86637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820656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20656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records exactly what was applied, on which servers.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.NET, Machine, and Database agents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both Linux and Windows.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leaves a record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577" y="26947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931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timestamped log of every action taken on every server.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26280" y="20574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97" y="26947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report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931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report showing who ran it, when, and what changed on each server.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20574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217" y="26947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95360" y="3931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notifications - every run, only on changes, or only on problems.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timestamped record per run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ready to attach to a change ticket or hand to an auditor.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108960" cy="310896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&amp; REUSABLE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it for the next contract - safely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983480" cy="2468880"/>
          </a:xfrm>
          <a:prstGeom prst="roundRect">
            <a:avLst>
              <a:gd name="adj" fmla="val 3333"/>
            </a:avLst>
          </a:prstGeom>
          <a:solidFill>
            <a:srgbClr val="2A3678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88036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690" y="30943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840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stays separate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4297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client-specific detail - controller, accounts, keys - lives in one external file, kept out of the shared project.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2514600"/>
            <a:ext cx="4983480" cy="2468880"/>
          </a:xfrm>
          <a:prstGeom prst="roundRect">
            <a:avLst>
              <a:gd name="adj" fmla="val 3333"/>
            </a:avLst>
          </a:prstGeom>
          <a:solidFill>
            <a:srgbClr val="2A3678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288036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0" y="30943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3840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for a new client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720840" y="4297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project over without that file. The next team adds their own values and runs.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accountable, and reusable.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AppDynamics Agent Automation Overview</dc:title>
  <dc:subject>PptxGenJS Presentation</dc:subject>
  <dc:creator>Nakupuna</dc:creator>
  <cp:lastModifiedBy>Nakupuna</cp:lastModifiedBy>
  <cp:revision>1</cp:revision>
  <dcterms:created xsi:type="dcterms:W3CDTF">2026-06-29T22:33:22Z</dcterms:created>
  <dcterms:modified xsi:type="dcterms:W3CDTF">2026-06-29T22:33:22Z</dcterms:modified>
</cp:coreProperties>
</file>