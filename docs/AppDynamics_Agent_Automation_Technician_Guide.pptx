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Startup guide for a technical operator. Walks through what the toolkit does and how to run it day to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High-level capability map. The rest of the deck drills into configuration and commands.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setup steps: collections, client config copy, vault encryption, inventory.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 map of every place a technician edits settings. Client-specific values are isolated to client_config.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concrete variables a technician edits, and which file each lives in. Secrets always via vault.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specific configs requested: four machine-agent extension YAMLs and the DB agent vmoptions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most common commands. configure.yml defaults to active.yml; --check --diff is the safe preview.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Lifecycle commands plus the explicit appd_action switch. Install/upgrade/uninstall are stubs to be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Anatomy of the artifacts folder: metadata, per-host JSON, HTML report, and the archived log. Email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workflow. check/diff is both a preview and a drift detector. validate.yml confirms services are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copyable cheat sheet of the commands a technician runs most. Keep this slide handy.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291840" cy="3291840"/>
          </a:xfrm>
          <a:prstGeom prst="ellipse">
            <a:avLst/>
          </a:prstGeom>
          <a:solidFill>
            <a:srgbClr val="2A3678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4937760"/>
            <a:ext cx="2651760" cy="2651760"/>
          </a:xfrm>
          <a:prstGeom prst="ellipse">
            <a:avLst/>
          </a:prstGeom>
          <a:solidFill>
            <a:srgbClr val="2A367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34440"/>
            <a:ext cx="822960" cy="82296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4484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TECHNICIAN STARTUP GUIDE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6517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AppDynamics Agent Automation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4069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Capabilities, configuration, day-to-day commands, reporting, logging, and validation - everything you need to operate the toolkit.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Ansible-based  ·  Linux + Windows  ·  Java / .NET / Machine / Database agents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Capabilities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207568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1989" y="224210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09397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agent types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15568" y="280720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APM, .NET, Machine Agent (+extensions), and Database Agent.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17720" y="178308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0328" y="207568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749" y="22421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209397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auto-detection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910328" y="280720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a flat server list; Linux vs Windows is detected and handled per host.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412480" y="178308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05088" y="207568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509" y="224210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64040" y="209397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Config-file driven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705088" y="280720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settings declared as variables - no hand-editing files on servers.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22960" y="39776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115568" y="427024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989" y="4436669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74520" y="428853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lifecycle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115568" y="50017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Install, configure, upgrade, and uninstall through one workflow.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617720" y="39776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910328" y="427024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6749" y="4436669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69280" y="428853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accountability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910328" y="50017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 produces a log, an HTML report, and optional email alerts.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412480" y="39776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705088" y="427024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1509" y="4436669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464040" y="428853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per contract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705088" y="50017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Client-specific values live in one external, gitignored file.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First-time setup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control node 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(Linux/WSL with Ansible). Run once per workstation or pipeline.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61320" cy="3246120"/>
          </a:xfrm>
          <a:prstGeom prst="roundRect">
            <a:avLst>
              <a:gd name="adj" fmla="val 1690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2221992"/>
            <a:ext cx="1010412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9A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Install the required Ansible collections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ansible-galaxy collection install -r requirements.yml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9A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Create your client config from the template (gitignored)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client_config/example.client.yml client_config/active.yml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9A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Store secrets in Ansible Vault, then encrypt the file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ansible-vault encrypt inventory/group_vars/vault.yml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9A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Add your servers to inventory (OS group + agent-type group)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editor inventory/hosts.yml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keep one client file per contract (e.g. client_config/acme.yml) and never commit it.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SETTINGS 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configuration surface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61320" cy="603504"/>
          </a:xfrm>
          <a:prstGeom prst="roundRect">
            <a:avLst>
              <a:gd name="adj" fmla="val 7576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78308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client_config/active.yml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0" y="1783080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host/port/SSL, account, access key (vault), proxy, API client, email/SMTP, reporting, client name. PORTABLE.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464308"/>
            <a:ext cx="10561320" cy="603504"/>
          </a:xfrm>
          <a:prstGeom prst="roundRect">
            <a:avLst>
              <a:gd name="adj" fmla="val 7576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464308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inventory/hosts.yml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0" y="2464308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host's OS group (linux/windows = connection) and agent-type group membership.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145536"/>
            <a:ext cx="10561320" cy="603504"/>
          </a:xfrm>
          <a:prstGeom prst="roundRect">
            <a:avLst>
              <a:gd name="adj" fmla="val 7576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145536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group_vars/java_agents.yml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0" y="3145536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app / tier / node names, unique host id, extra -D properties.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826764"/>
            <a:ext cx="10561320" cy="603504"/>
          </a:xfrm>
          <a:prstGeom prst="roundRect">
            <a:avLst>
              <a:gd name="adj" fmla="val 7576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826764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group_vars/dotnet_agents.yml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0" y="3826764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app/tier, config dir, profiler env toggle, apps to instrument.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507992"/>
            <a:ext cx="10561320" cy="603504"/>
          </a:xfrm>
          <a:prstGeom prst="roundRect">
            <a:avLst>
              <a:gd name="adj" fmla="val 7576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507992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group_vars/machine_agents.yml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0" y="4507992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identity + the four extension config blocks.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5189220"/>
            <a:ext cx="10561320" cy="603504"/>
          </a:xfrm>
          <a:prstGeom prst="roundRect">
            <a:avLst>
              <a:gd name="adj" fmla="val 7576"/>
            </a:avLst>
          </a:prstGeom>
          <a:solidFill>
            <a:srgbClr val="F4F6FB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518922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group_vars/db_agents.yml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0" y="5189220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DatabaseAgentService.vmoptions lines.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5870448"/>
            <a:ext cx="10561320" cy="603504"/>
          </a:xfrm>
          <a:prstGeom prst="roundRect">
            <a:avLst>
              <a:gd name="adj" fmla="val 7576"/>
            </a:avLst>
          </a:prstGeom>
          <a:solidFill>
            <a:srgbClr val="F4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5870448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inventory/group_vars/vault.yml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0" y="5870448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secrets: access key, API creds, SMTP password.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settings you will set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83080"/>
          <a:ext cx="105613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72084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Setting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Lives in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Controller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appd_controller_host / _port / _ssl_enabled / _account_name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client_config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appd_controller_account_access_key  -&gt;  vault_appd_access_key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vault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ansible_connection: ssh (linux) | psrp (windows), ansible_user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hosts.yml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 identity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java_agent_application_name / _tier_name / _node_name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java_agents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.NET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dotnet_agent_enable_profiler_env, dotnet_agent_instrumented_apps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dotnet_agents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Behaviour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appd_backup_before_change, appd_restart_on_config_change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all.yml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acct_report_enabled, acct_artifacts_base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client_config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email_enabled, email_mode (always|on_change|on_failure), email_to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client_config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AGENT-SPECIFIC CONFIGS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extensions &amp; DB options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532120" cy="4023360"/>
          </a:xfrm>
          <a:prstGeom prst="roundRect">
            <a:avLst>
              <a:gd name="adj" fmla="val 181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701" y="22238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075688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Agent extensions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2788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+ drive each via its block in group_vars/machine_agents.yml; rendered to extensions/&lt;Ext&gt;/conf/: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34440" y="35204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ServerMonitoring.yml</a:t>
            </a:r>
            <a:endParaRPr lang="en-US" sz="14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DockerMonitoring.yml</a:t>
            </a:r>
            <a:endParaRPr lang="en-US" sz="14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crashGuardConfig.yml</a:t>
            </a:r>
            <a:endParaRPr lang="en-US" sz="14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agentServerConfig.yml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29400" y="1783080"/>
            <a:ext cx="4754880" cy="4023360"/>
          </a:xfrm>
          <a:prstGeom prst="roundRect">
            <a:avLst>
              <a:gd name="adj" fmla="val 181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03720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141" y="22238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0" y="207568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Agent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903720" y="27889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the JVM options list (db_agent_vmoptions); rewritten to bin/DatabaseAgentService.vmoptions: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903720" y="3474720"/>
            <a:ext cx="4206240" cy="2148840"/>
          </a:xfrm>
          <a:prstGeom prst="roundRect">
            <a:avLst>
              <a:gd name="adj" fmla="val 2553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159752" y="3639312"/>
            <a:ext cx="374904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-Xms256m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-Xmx1024m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-Dappdynamics.controller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.hostName=ctrl...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-Dappdynamics.agent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.accountName=acme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DAY-TO-DAY 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commands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config to everything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167128"/>
            <a:ext cx="5029200" cy="1444752"/>
          </a:xfrm>
          <a:prstGeom prst="roundRect">
            <a:avLst>
              <a:gd name="adj" fmla="val 3797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2331720"/>
            <a:ext cx="45720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playbooks/configure.yml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5508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first (no changes, shows diffs)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55080" y="2167128"/>
            <a:ext cx="5029200" cy="1444752"/>
          </a:xfrm>
          <a:prstGeom prst="roundRect">
            <a:avLst>
              <a:gd name="adj" fmla="val 3797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11112" y="2331720"/>
            <a:ext cx="45720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playbooks/configure.yml \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--check --diff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one group or one host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4224528"/>
            <a:ext cx="5029200" cy="1444752"/>
          </a:xfrm>
          <a:prstGeom prst="roundRect">
            <a:avLst>
              <a:gd name="adj" fmla="val 3797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78992" y="4389120"/>
            <a:ext cx="45720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configure.yml --limit machine_agents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configure.yml --limit app01.example.com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specific client / contract file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55080" y="4224528"/>
            <a:ext cx="5029200" cy="1444752"/>
          </a:xfrm>
          <a:prstGeom prst="roundRect">
            <a:avLst>
              <a:gd name="adj" fmla="val 3797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11112" y="4389120"/>
            <a:ext cx="45720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playbooks/configure.yml \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-e client_config_file=client_config/acme.yml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&amp;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Install, upgrade, inspect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406908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7830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agents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983480" y="1783080"/>
            <a:ext cx="6400800" cy="566928"/>
          </a:xfrm>
          <a:prstGeom prst="roundRect">
            <a:avLst>
              <a:gd name="adj" fmla="val 8065"/>
            </a:avLst>
          </a:prstGeom>
          <a:solidFill>
            <a:srgbClr val="141B2E"/>
          </a:solidFill>
          <a:ln/>
        </p:spPr>
      </p:sp>
      <p:sp>
        <p:nvSpPr>
          <p:cNvPr id="7" name="Text 5"/>
          <p:cNvSpPr/>
          <p:nvPr/>
        </p:nvSpPr>
        <p:spPr>
          <a:xfrm>
            <a:off x="5166360" y="178308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playbooks/install.yml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455164"/>
            <a:ext cx="406908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45516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agents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983480" y="2455164"/>
            <a:ext cx="6400800" cy="566928"/>
          </a:xfrm>
          <a:prstGeom prst="roundRect">
            <a:avLst>
              <a:gd name="adj" fmla="val 8065"/>
            </a:avLst>
          </a:prstGeom>
          <a:solidFill>
            <a:srgbClr val="141B2E"/>
          </a:solidFill>
          <a:ln/>
        </p:spPr>
      </p:sp>
      <p:sp>
        <p:nvSpPr>
          <p:cNvPr id="11" name="Text 9"/>
          <p:cNvSpPr/>
          <p:nvPr/>
        </p:nvSpPr>
        <p:spPr>
          <a:xfrm>
            <a:off x="5166360" y="2455164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playbooks/upgrade.yml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127248"/>
            <a:ext cx="406908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12724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Uninstall agents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983480" y="3127248"/>
            <a:ext cx="6400800" cy="566928"/>
          </a:xfrm>
          <a:prstGeom prst="roundRect">
            <a:avLst>
              <a:gd name="adj" fmla="val 8065"/>
            </a:avLst>
          </a:prstGeom>
          <a:solidFill>
            <a:srgbClr val="141B2E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312724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playbooks/uninstall.yml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799332"/>
            <a:ext cx="406908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7993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what's installed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983480" y="3799332"/>
            <a:ext cx="6400800" cy="566928"/>
          </a:xfrm>
          <a:prstGeom prst="roundRect">
            <a:avLst>
              <a:gd name="adj" fmla="val 8065"/>
            </a:avLst>
          </a:prstGeom>
          <a:solidFill>
            <a:srgbClr val="141B2E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379933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playbooks/discover.yml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471416"/>
            <a:ext cx="406908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44714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configs before a window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983480" y="4471416"/>
            <a:ext cx="6400800" cy="566928"/>
          </a:xfrm>
          <a:prstGeom prst="roundRect">
            <a:avLst>
              <a:gd name="adj" fmla="val 8065"/>
            </a:avLst>
          </a:prstGeom>
          <a:solidFill>
            <a:srgbClr val="141B2E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4471416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playbooks/backup_config.yml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5143500"/>
            <a:ext cx="406908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51435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action explicitly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983480" y="5143500"/>
            <a:ext cx="6400800" cy="566928"/>
          </a:xfrm>
          <a:prstGeom prst="roundRect">
            <a:avLst>
              <a:gd name="adj" fmla="val 8065"/>
            </a:avLst>
          </a:prstGeom>
          <a:solidFill>
            <a:srgbClr val="141B2E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514350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playbooks/site.yml -e appd_action=configure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/ upgrade / uninstall ship as starter stubs - wire them to your artifact source (Nexus/Artifactory/share).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LOGGING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every run leaves behind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run writes a timestamped folder: </a:t>
            </a:r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artifacts/&lt;timestamp&gt;/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5212080" cy="3154680"/>
          </a:xfrm>
          <a:prstGeom prst="roundRect">
            <a:avLst>
              <a:gd name="adj" fmla="val 1739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2221992"/>
            <a:ext cx="4754880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artifacts/20260629T143000/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run_metadata.json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host-app01-java.json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host-web01-dotnet.json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report.html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ansible.log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210312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2481" y="2250521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86600" y="20848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run_metadata.json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086600" y="241401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ran it, when, action, controller, check-mode, host limit.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55080" y="3163824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81" y="3311225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31455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report.html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086600" y="34747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cards + per-host / per-file table (path, exists, checksum, changed).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55080" y="4224528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481" y="437192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86600" y="4206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ansible.log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086600" y="453542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run log; run with --diff to capture line-level config changes.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 can be emailed via SMTP - modes always / on_change / on_failure (off until credentials are set).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before and after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Dry-run any change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112264"/>
            <a:ext cx="10561320" cy="548640"/>
          </a:xfrm>
          <a:prstGeom prst="roundRect">
            <a:avLst>
              <a:gd name="adj" fmla="val 8333"/>
            </a:avLst>
          </a:prstGeom>
          <a:solidFill>
            <a:srgbClr val="141B2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12264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playbooks/configure.yml --check --diff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80720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config drift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136392"/>
            <a:ext cx="10561320" cy="548640"/>
          </a:xfrm>
          <a:prstGeom prst="roundRect">
            <a:avLst>
              <a:gd name="adj" fmla="val 8333"/>
            </a:avLst>
          </a:prstGeom>
          <a:solidFill>
            <a:srgbClr val="141B2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136392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playbooks/drift_detection.yml --check --diff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8313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Health-check services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4160520"/>
            <a:ext cx="10561320" cy="548640"/>
          </a:xfrm>
          <a:prstGeom prst="roundRect">
            <a:avLst>
              <a:gd name="adj" fmla="val 8333"/>
            </a:avLst>
          </a:prstGeom>
          <a:solidFill>
            <a:srgbClr val="141B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1605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playbooks/validate.yml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8554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installed agents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5184648"/>
            <a:ext cx="10561320" cy="548640"/>
          </a:xfrm>
          <a:prstGeom prst="roundRect">
            <a:avLst>
              <a:gd name="adj" fmla="val 8333"/>
            </a:avLst>
          </a:prstGeom>
          <a:solidFill>
            <a:srgbClr val="141B2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184648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playbooks/discover.yml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rule: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run --check --diff first; a 'changed' result in check mode means on-disk config has drifted from desired state.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572000"/>
            <a:ext cx="3291840" cy="3291840"/>
          </a:xfrm>
          <a:prstGeom prst="ellipse">
            <a:avLst/>
          </a:prstGeom>
          <a:solidFill>
            <a:srgbClr val="2A367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One-screen cheat sheet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0561320" cy="3703320"/>
          </a:xfrm>
          <a:prstGeom prst="roundRect">
            <a:avLst>
              <a:gd name="adj" fmla="val 1481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1993392"/>
            <a:ext cx="10104120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9A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setup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ansible-galaxy collection install -r requirements.yml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client_config/example.client.yml client_config/active.yml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9A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preview, then apply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playbooks/configure.yml --check --diff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playbooks/configure.yml --limit machine_agents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9A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operate &amp; verify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playbooks/validate.yml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playbooks/drift_detection.yml --check --diff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AppDynamics Agent Automation - Technician Startup Guide</dc:title>
  <dc:subject>PptxGenJS Presentation</dc:subject>
  <dc:creator>Nakupuna</dc:creator>
  <cp:lastModifiedBy>Nakupuna</cp:lastModifiedBy>
  <cp:revision>1</cp:revision>
  <dcterms:created xsi:type="dcterms:W3CDTF">2026-06-29T22:47:39Z</dcterms:created>
  <dcterms:modified xsi:type="dcterms:W3CDTF">2026-06-29T22:47:39Z</dcterms:modified>
</cp:coreProperties>
</file>